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89" r:id="rId3"/>
    <p:sldId id="290" r:id="rId4"/>
    <p:sldId id="291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20"/>
    <p:restoredTop sz="97030"/>
  </p:normalViewPr>
  <p:slideViewPr>
    <p:cSldViewPr snapToGrid="0">
      <p:cViewPr varScale="1">
        <p:scale>
          <a:sx n="153" d="100"/>
          <a:sy n="153" d="100"/>
        </p:scale>
        <p:origin x="1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C108-84A2-8F7E-77D4-5D767BD9F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85591-C805-3513-1AA4-C214FEE2A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B5215-ACB2-4479-C562-C3290BED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F0385-759F-E580-1F0A-7CE1C4297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A00A-C2D9-07B9-4CF9-973B4408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6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9CA5-5611-92D8-4338-365FF1C6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F9DD-302C-7958-93A3-D71C23FEE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29B66-5ABE-31A1-5341-19DA6E5C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57FD-C842-99E1-AEC0-FCD627A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C172-FAEA-07F1-98CE-4059B944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1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9C09-6010-41BB-2335-F1FA64CC3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5818F-6D7D-8509-EB76-4CBB6055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3B728-BA35-F01C-4779-5B5A8407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65CA-FB2A-00E0-0EB9-E14A92FCF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6223-F848-AD1F-ACE0-74BB2FA8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0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16F3-2AA2-61D6-DE4A-080BC3F3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1C8B-EC01-5843-F293-C7582E87A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3B549-4202-5364-BB5F-AF2040FB7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73EF3-26DD-BD6F-1F22-C1EA9371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3AA5D-5DC6-77E0-9730-C1832728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058D-1E4A-A63E-1CA7-DE74CC48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74B3-0C6D-04BA-4D7E-3C156B4D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02B28-6A1B-2ACE-850E-E10BCFAE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F79CE-626E-DF7B-A0B0-761247120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1CD85-ABE0-2CE7-709D-4A7D72218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534D5-1D57-3E13-E4C3-3D06749E9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25FEC-F67E-4BBB-15F2-5311E5BA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A4475F-0E6B-0544-FF49-0D7FDF29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AB756-5213-B333-0FF1-7D523F1E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5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9F8A-53F9-24B3-C4D4-AB6D6839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A8E95-1BAE-15AE-B120-FFF8B9BC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87DD2-5D46-5237-E7B9-90C3C592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9AEE0-1409-2B45-7604-33E39BBA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0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B895E-507D-CEC0-537C-6A9D4DEE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2DBE6-FC43-B999-DC16-41C35F80F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800DF-9FD5-0300-9CD8-FA893097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5BD9-D7A1-79F2-DBBA-DAA0623A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FEE8-01CC-B959-3D83-D14FBB89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DA4C5-BC3F-DE97-762C-DC8B64D92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C6C16-EAEF-BACE-E836-4B6CF9B3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263C7-3933-7AEA-A98E-9F1859D7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3648A-6E8C-14CF-C82E-EAFF39D3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1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95AD-591D-0B70-D435-7B716035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C4E28-63BB-0B41-063F-C6BDCB9B4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8B227-A6E3-2D37-1558-6D50CF256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89AE0-9B65-836F-12CF-A5C9D22A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65A5B-7265-FB91-00AB-C6514227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AD2A-E810-8868-5D76-1E16EAE7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1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D6FD-044C-1CE7-D531-8FCD0718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B6C74-FF36-A037-5494-EE7058CAA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D71A8-5D22-6CC0-0AF7-6ED735B1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6D947-7BB6-0F06-0113-05DBDF33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CEF06-18AD-CCF4-B6D7-31769D7D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8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57549-9493-D5FB-51B0-5E081F073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3596A-10B5-999B-14FB-72C6BD0AB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D2396-E080-1C3C-9E02-64C28705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BBF47-A0AA-146F-B70B-A589A6E9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166D-842C-A69F-6738-10D36E94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5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EC9B1-4339-4148-E46C-9F9B805E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990B-9B18-D0BF-F2B8-3F9D0CB5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D846-5E11-B07A-2F9F-DAC81F106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BAF12-DD5D-7144-BAF5-63CC8110871E}" type="datetimeFigureOut">
              <a:rPr lang="en-US" smtClean="0"/>
              <a:t>8/8/24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FE7F1-3F0D-8FCB-1D2B-7BE8161DE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E9423-6526-C6A4-2789-9C75F361A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3-8D01-294F-B10F-65C41B2CE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A5247E-342B-ACD0-51BD-260E7F40B9C1}"/>
              </a:ext>
            </a:extLst>
          </p:cNvPr>
          <p:cNvSpPr/>
          <p:nvPr/>
        </p:nvSpPr>
        <p:spPr>
          <a:xfrm>
            <a:off x="852714" y="966165"/>
            <a:ext cx="1618398" cy="72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7E140D-F811-C2C6-27B0-10C29E86294E}"/>
              </a:ext>
            </a:extLst>
          </p:cNvPr>
          <p:cNvSpPr/>
          <p:nvPr/>
        </p:nvSpPr>
        <p:spPr>
          <a:xfrm>
            <a:off x="2520652" y="1807389"/>
            <a:ext cx="2099730" cy="7808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Projection of spectra into orthogonal components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B43428-3E3B-1278-289E-7DB069B142DB}"/>
              </a:ext>
            </a:extLst>
          </p:cNvPr>
          <p:cNvSpPr/>
          <p:nvPr/>
        </p:nvSpPr>
        <p:spPr>
          <a:xfrm>
            <a:off x="4848980" y="1804586"/>
            <a:ext cx="2099731" cy="7808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Selection of number of PLSR components to be used based on cross-validation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B429CE-BA23-0C9A-6BA9-43838D509D30}"/>
              </a:ext>
            </a:extLst>
          </p:cNvPr>
          <p:cNvSpPr/>
          <p:nvPr/>
        </p:nvSpPr>
        <p:spPr>
          <a:xfrm>
            <a:off x="852714" y="2782266"/>
            <a:ext cx="1618398" cy="7217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 Spectra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323A53-050D-4E11-C02F-56E1EE817F96}"/>
              </a:ext>
            </a:extLst>
          </p:cNvPr>
          <p:cNvSpPr/>
          <p:nvPr/>
        </p:nvSpPr>
        <p:spPr>
          <a:xfrm>
            <a:off x="7067248" y="2717811"/>
            <a:ext cx="2099731" cy="7808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Point prediction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C3B97F9-FA83-8A2B-0A19-C4244A023E6D}"/>
              </a:ext>
            </a:extLst>
          </p:cNvPr>
          <p:cNvSpPr/>
          <p:nvPr/>
        </p:nvSpPr>
        <p:spPr>
          <a:xfrm>
            <a:off x="7067248" y="907111"/>
            <a:ext cx="2099731" cy="7808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Point parameters of linear PLSR regression based on least squares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4827F3B-C795-4C41-C737-E8AFA030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647" y="1859353"/>
            <a:ext cx="1965126" cy="15096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F2E083-38BE-1EED-FD00-8BF900D7E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003" y="5157024"/>
            <a:ext cx="1965126" cy="150966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FAC1081-CC89-96DE-457A-DBCFD9DAF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348" y="3987352"/>
            <a:ext cx="1965126" cy="1096166"/>
          </a:xfrm>
          <a:prstGeom prst="rect">
            <a:avLst/>
          </a:prstGeom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A16266F-FFB3-2AE5-CD4B-9739CF9A71A1}"/>
              </a:ext>
            </a:extLst>
          </p:cNvPr>
          <p:cNvSpPr/>
          <p:nvPr/>
        </p:nvSpPr>
        <p:spPr>
          <a:xfrm>
            <a:off x="7067248" y="1804586"/>
            <a:ext cx="2099731" cy="7808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PLSR Linear Regression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DE4730B-6DEC-533A-83A9-6DC04CEA37EC}"/>
              </a:ext>
            </a:extLst>
          </p:cNvPr>
          <p:cNvSpPr/>
          <p:nvPr/>
        </p:nvSpPr>
        <p:spPr>
          <a:xfrm>
            <a:off x="852714" y="3978575"/>
            <a:ext cx="1618398" cy="7217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DB46E9D-AE2A-2886-9900-FF81ED7B88B3}"/>
              </a:ext>
            </a:extLst>
          </p:cNvPr>
          <p:cNvSpPr/>
          <p:nvPr/>
        </p:nvSpPr>
        <p:spPr>
          <a:xfrm>
            <a:off x="2520652" y="4884945"/>
            <a:ext cx="2099730" cy="7808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all spectra on original scale to fit the model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1129470-5765-6D01-51A4-9DBE854AC11E}"/>
              </a:ext>
            </a:extLst>
          </p:cNvPr>
          <p:cNvSpPr/>
          <p:nvPr/>
        </p:nvSpPr>
        <p:spPr>
          <a:xfrm>
            <a:off x="4848980" y="4889177"/>
            <a:ext cx="2099731" cy="78082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 predictive projection to find reduced model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8FC2485-B33A-52C5-B593-739B06CEF13C}"/>
              </a:ext>
            </a:extLst>
          </p:cNvPr>
          <p:cNvSpPr/>
          <p:nvPr/>
        </p:nvSpPr>
        <p:spPr>
          <a:xfrm>
            <a:off x="852714" y="5925911"/>
            <a:ext cx="1618398" cy="7217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 Spectra    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C57BE1A-3DA6-1D69-BFCA-F92DB1F24F61}"/>
              </a:ext>
            </a:extLst>
          </p:cNvPr>
          <p:cNvSpPr/>
          <p:nvPr/>
        </p:nvSpPr>
        <p:spPr>
          <a:xfrm>
            <a:off x="7067248" y="5866857"/>
            <a:ext cx="2099731" cy="7808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Posterior predictive distribution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508B0D7-0B31-80E5-B14C-F8159A85E6FB}"/>
              </a:ext>
            </a:extLst>
          </p:cNvPr>
          <p:cNvSpPr/>
          <p:nvPr/>
        </p:nvSpPr>
        <p:spPr>
          <a:xfrm>
            <a:off x="7067248" y="3919521"/>
            <a:ext cx="2099731" cy="7808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Posterior parameter probability distributions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7C0432E-7ACE-363A-82E6-9D6BD4D145D1}"/>
              </a:ext>
            </a:extLst>
          </p:cNvPr>
          <p:cNvSpPr/>
          <p:nvPr/>
        </p:nvSpPr>
        <p:spPr>
          <a:xfrm>
            <a:off x="7067248" y="4884945"/>
            <a:ext cx="2099731" cy="78082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Bayesian Linear Regression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312FA1-3CBB-4CDE-CDC0-4072A73739B5}"/>
              </a:ext>
            </a:extLst>
          </p:cNvPr>
          <p:cNvCxnSpPr>
            <a:stCxn id="36" idx="0"/>
            <a:endCxn id="32" idx="2"/>
          </p:cNvCxnSpPr>
          <p:nvPr/>
        </p:nvCxnSpPr>
        <p:spPr>
          <a:xfrm flipV="1">
            <a:off x="8117114" y="4700342"/>
            <a:ext cx="0" cy="1846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C9DE927-0B99-CEB0-A84F-E9C2EAA609FD}"/>
              </a:ext>
            </a:extLst>
          </p:cNvPr>
          <p:cNvCxnSpPr>
            <a:stCxn id="36" idx="2"/>
            <a:endCxn id="30" idx="0"/>
          </p:cNvCxnSpPr>
          <p:nvPr/>
        </p:nvCxnSpPr>
        <p:spPr>
          <a:xfrm>
            <a:off x="8117114" y="5665767"/>
            <a:ext cx="0" cy="2010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67EE70-C34B-810E-ACB5-AD2FE43A8284}"/>
              </a:ext>
            </a:extLst>
          </p:cNvPr>
          <p:cNvCxnSpPr>
            <a:stCxn id="28" idx="3"/>
            <a:endCxn id="36" idx="1"/>
          </p:cNvCxnSpPr>
          <p:nvPr/>
        </p:nvCxnSpPr>
        <p:spPr>
          <a:xfrm flipV="1">
            <a:off x="6948711" y="5275356"/>
            <a:ext cx="118537" cy="4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D6CEB6-F407-7FA1-5A9C-B64A65646035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4620382" y="5275356"/>
            <a:ext cx="228598" cy="4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21355312-1720-EED9-A842-0A732A6B7559}"/>
              </a:ext>
            </a:extLst>
          </p:cNvPr>
          <p:cNvCxnSpPr>
            <a:stCxn id="29" idx="3"/>
            <a:endCxn id="27" idx="2"/>
          </p:cNvCxnSpPr>
          <p:nvPr/>
        </p:nvCxnSpPr>
        <p:spPr>
          <a:xfrm flipV="1">
            <a:off x="2471112" y="5665766"/>
            <a:ext cx="1099405" cy="6210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8526AD2B-D350-E714-97DF-C5F27273E723}"/>
              </a:ext>
            </a:extLst>
          </p:cNvPr>
          <p:cNvCxnSpPr>
            <a:cxnSpLocks/>
            <a:stCxn id="26" idx="3"/>
            <a:endCxn id="27" idx="0"/>
          </p:cNvCxnSpPr>
          <p:nvPr/>
        </p:nvCxnSpPr>
        <p:spPr>
          <a:xfrm>
            <a:off x="2471112" y="4339459"/>
            <a:ext cx="1099405" cy="54548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E95D723-041A-6070-1FF1-F7B45B8F6E21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4620382" y="2194997"/>
            <a:ext cx="228598" cy="28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1BF4E41-8CE6-FDC6-CC60-26C5FED922FA}"/>
              </a:ext>
            </a:extLst>
          </p:cNvPr>
          <p:cNvCxnSpPr>
            <a:stCxn id="8" idx="3"/>
            <a:endCxn id="37" idx="1"/>
          </p:cNvCxnSpPr>
          <p:nvPr/>
        </p:nvCxnSpPr>
        <p:spPr>
          <a:xfrm>
            <a:off x="6948711" y="2194997"/>
            <a:ext cx="1185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64EFC1C-190F-498F-9214-1DC4C48A7C09}"/>
              </a:ext>
            </a:extLst>
          </p:cNvPr>
          <p:cNvCxnSpPr>
            <a:stCxn id="37" idx="2"/>
            <a:endCxn id="10" idx="0"/>
          </p:cNvCxnSpPr>
          <p:nvPr/>
        </p:nvCxnSpPr>
        <p:spPr>
          <a:xfrm>
            <a:off x="8117114" y="2585407"/>
            <a:ext cx="0" cy="132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8643C6D-E31B-E9CD-7270-1992477B1863}"/>
              </a:ext>
            </a:extLst>
          </p:cNvPr>
          <p:cNvCxnSpPr>
            <a:stCxn id="37" idx="0"/>
            <a:endCxn id="31" idx="2"/>
          </p:cNvCxnSpPr>
          <p:nvPr/>
        </p:nvCxnSpPr>
        <p:spPr>
          <a:xfrm flipV="1">
            <a:off x="8117114" y="1687932"/>
            <a:ext cx="0" cy="1166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DF71856F-2EA5-5922-A69D-A4656803DE8F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2471112" y="1327049"/>
            <a:ext cx="1099405" cy="4803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9A091712-B1BB-DA3D-7204-E68EFECBDAE6}"/>
              </a:ext>
            </a:extLst>
          </p:cNvPr>
          <p:cNvCxnSpPr>
            <a:stCxn id="9" idx="3"/>
            <a:endCxn id="7" idx="2"/>
          </p:cNvCxnSpPr>
          <p:nvPr/>
        </p:nvCxnSpPr>
        <p:spPr>
          <a:xfrm flipV="1">
            <a:off x="2471112" y="2588210"/>
            <a:ext cx="1099405" cy="5549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66B7D26-6280-2302-EDB9-BB727E2D31F0}"/>
              </a:ext>
            </a:extLst>
          </p:cNvPr>
          <p:cNvSpPr txBox="1"/>
          <p:nvPr/>
        </p:nvSpPr>
        <p:spPr>
          <a:xfrm>
            <a:off x="10251404" y="3275428"/>
            <a:ext cx="82221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Prediction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9DEC3A-4FCC-9A63-BA40-64A46155E8DD}"/>
              </a:ext>
            </a:extLst>
          </p:cNvPr>
          <p:cNvSpPr txBox="1"/>
          <p:nvPr/>
        </p:nvSpPr>
        <p:spPr>
          <a:xfrm rot="16200000">
            <a:off x="8976957" y="2375939"/>
            <a:ext cx="109446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Observed Trait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6D7EB8-CEB9-D005-738D-F88949C67D02}"/>
              </a:ext>
            </a:extLst>
          </p:cNvPr>
          <p:cNvSpPr txBox="1"/>
          <p:nvPr/>
        </p:nvSpPr>
        <p:spPr>
          <a:xfrm>
            <a:off x="10261718" y="6581569"/>
            <a:ext cx="82221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Prediction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FA4358-C952-CD72-FB13-2C6674B3C654}"/>
              </a:ext>
            </a:extLst>
          </p:cNvPr>
          <p:cNvSpPr txBox="1"/>
          <p:nvPr/>
        </p:nvSpPr>
        <p:spPr>
          <a:xfrm rot="16200000">
            <a:off x="9109246" y="5787411"/>
            <a:ext cx="94628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Observation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76C00ED-623C-43D7-D99B-E89FAD38B933}"/>
              </a:ext>
            </a:extLst>
          </p:cNvPr>
          <p:cNvSpPr txBox="1"/>
          <p:nvPr/>
        </p:nvSpPr>
        <p:spPr>
          <a:xfrm>
            <a:off x="9802772" y="3710353"/>
            <a:ext cx="160550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Parameter Uncertainty</a:t>
            </a:r>
          </a:p>
        </p:txBody>
      </p:sp>
      <p:sp>
        <p:nvSpPr>
          <p:cNvPr id="87" name="Rectangle 11">
            <a:extLst>
              <a:ext uri="{FF2B5EF4-FFF2-40B4-BE49-F238E27FC236}">
                <a16:creationId xmlns:a16="http://schemas.microsoft.com/office/drawing/2014/main" id="{80DE26A3-9F4D-4F5B-0150-8892ECA26844}"/>
              </a:ext>
            </a:extLst>
          </p:cNvPr>
          <p:cNvSpPr txBox="1"/>
          <p:nvPr/>
        </p:nvSpPr>
        <p:spPr>
          <a:xfrm>
            <a:off x="203222" y="6991"/>
            <a:ext cx="1164998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spcBef>
                <a:spcPts val="3600"/>
              </a:spcBef>
              <a:defRPr sz="6000" b="1">
                <a:solidFill>
                  <a:srgbClr val="660000"/>
                </a:solidFill>
                <a:latin typeface="Britannic Bold"/>
                <a:ea typeface="Britannic Bold"/>
                <a:cs typeface="Britannic Bold"/>
                <a:sym typeface="Britannic Bold"/>
              </a:defRPr>
            </a:pPr>
            <a:r>
              <a:rPr lang="en-US" sz="3200" dirty="0">
                <a:solidFill>
                  <a:srgbClr val="0070C0"/>
                </a:solidFill>
              </a:rPr>
              <a:t>Comparison between PLSR and Bayesian algorithm-Full Spectra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65F22-C52A-DA22-5935-1D9C42AB184C}"/>
              </a:ext>
            </a:extLst>
          </p:cNvPr>
          <p:cNvSpPr txBox="1"/>
          <p:nvPr/>
        </p:nvSpPr>
        <p:spPr>
          <a:xfrm>
            <a:off x="203222" y="848478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2ED53-42DC-08E0-4461-2677D2E98070}"/>
              </a:ext>
            </a:extLst>
          </p:cNvPr>
          <p:cNvSpPr txBox="1"/>
          <p:nvPr/>
        </p:nvSpPr>
        <p:spPr>
          <a:xfrm>
            <a:off x="203222" y="391952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71D382-CE5C-C29E-1DFF-F7BA6F19A83E}"/>
              </a:ext>
            </a:extLst>
          </p:cNvPr>
          <p:cNvCxnSpPr>
            <a:cxnSpLocks/>
          </p:cNvCxnSpPr>
          <p:nvPr/>
        </p:nvCxnSpPr>
        <p:spPr>
          <a:xfrm flipV="1">
            <a:off x="4696170" y="4332295"/>
            <a:ext cx="0" cy="824729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7D9D41-0FFA-8CEA-9C5C-22DF76BA3C98}"/>
              </a:ext>
            </a:extLst>
          </p:cNvPr>
          <p:cNvCxnSpPr>
            <a:cxnSpLocks/>
          </p:cNvCxnSpPr>
          <p:nvPr/>
        </p:nvCxnSpPr>
        <p:spPr>
          <a:xfrm flipV="1">
            <a:off x="4689490" y="4327464"/>
            <a:ext cx="2318489" cy="776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E93346-BB6F-1456-B1A6-FEE81209858A}"/>
              </a:ext>
            </a:extLst>
          </p:cNvPr>
          <p:cNvCxnSpPr>
            <a:cxnSpLocks/>
          </p:cNvCxnSpPr>
          <p:nvPr/>
        </p:nvCxnSpPr>
        <p:spPr>
          <a:xfrm>
            <a:off x="7007683" y="4332295"/>
            <a:ext cx="0" cy="7512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547D51A-CA05-5A2C-044C-19B36EF6F543}"/>
              </a:ext>
            </a:extLst>
          </p:cNvPr>
          <p:cNvSpPr/>
          <p:nvPr/>
        </p:nvSpPr>
        <p:spPr>
          <a:xfrm>
            <a:off x="856197" y="4922716"/>
            <a:ext cx="1454584" cy="7808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Informative priors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E41D85-451F-1011-1922-730CBFDECB63}"/>
              </a:ext>
            </a:extLst>
          </p:cNvPr>
          <p:cNvCxnSpPr/>
          <p:nvPr/>
        </p:nvCxnSpPr>
        <p:spPr>
          <a:xfrm>
            <a:off x="2315019" y="5304883"/>
            <a:ext cx="228598" cy="42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4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31" grpId="0" animBg="1"/>
      <p:bldP spid="37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6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map of the world&#10;&#10;Description automatically generated">
            <a:extLst>
              <a:ext uri="{FF2B5EF4-FFF2-40B4-BE49-F238E27FC236}">
                <a16:creationId xmlns:a16="http://schemas.microsoft.com/office/drawing/2014/main" id="{FA796224-5618-1006-B2CF-012CA254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611" y="-6684"/>
            <a:ext cx="7772400" cy="3454400"/>
          </a:xfrm>
          <a:prstGeom prst="rect">
            <a:avLst/>
          </a:prstGeom>
        </p:spPr>
      </p:pic>
      <p:pic>
        <p:nvPicPr>
          <p:cNvPr id="58" name="Picture 57" descr="A diagram of a temperature&#10;&#10;Description automatically generated">
            <a:extLst>
              <a:ext uri="{FF2B5EF4-FFF2-40B4-BE49-F238E27FC236}">
                <a16:creationId xmlns:a16="http://schemas.microsoft.com/office/drawing/2014/main" id="{BB43AAA9-80B1-4611-57D4-6FB3C000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294" y="3403600"/>
            <a:ext cx="77724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2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72F0E-E201-A202-526B-215707B0E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64" y="814956"/>
            <a:ext cx="6928161" cy="474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5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25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975F71D-0A9C-96CD-A209-810D1C5DF5E7}"/>
              </a:ext>
            </a:extLst>
          </p:cNvPr>
          <p:cNvGrpSpPr/>
          <p:nvPr/>
        </p:nvGrpSpPr>
        <p:grpSpPr>
          <a:xfrm>
            <a:off x="829971" y="861951"/>
            <a:ext cx="10193874" cy="4480366"/>
            <a:chOff x="829971" y="861951"/>
            <a:chExt cx="10193874" cy="448036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F49A4B-DCD8-DD83-C3B5-29755228DD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625" b="5472"/>
            <a:stretch/>
          </p:blipFill>
          <p:spPr>
            <a:xfrm>
              <a:off x="5543101" y="1200505"/>
              <a:ext cx="4358217" cy="378934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F35886-3B4A-5234-C94C-F7ECA200E319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247" y="1200505"/>
              <a:ext cx="4358216" cy="402027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CE5FEE-6F99-9223-D3D7-EF7C0AF761E8}"/>
                </a:ext>
              </a:extLst>
            </p:cNvPr>
            <p:cNvSpPr txBox="1"/>
            <p:nvPr/>
          </p:nvSpPr>
          <p:spPr>
            <a:xfrm rot="16200000">
              <a:off x="492709" y="2759484"/>
              <a:ext cx="101307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Trait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1C5D94-1494-EA1E-0DB3-5ACB0EE9B9AD}"/>
                </a:ext>
              </a:extLst>
            </p:cNvPr>
            <p:cNvSpPr txBox="1"/>
            <p:nvPr/>
          </p:nvSpPr>
          <p:spPr>
            <a:xfrm rot="16200000">
              <a:off x="5036563" y="2656660"/>
              <a:ext cx="101307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Trait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3B02C9-8751-FF51-5FF0-C674FE171853}"/>
                </a:ext>
              </a:extLst>
            </p:cNvPr>
            <p:cNvSpPr txBox="1"/>
            <p:nvPr/>
          </p:nvSpPr>
          <p:spPr>
            <a:xfrm>
              <a:off x="2593418" y="5003763"/>
              <a:ext cx="135551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713 nm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41B5CE-1694-0036-E107-A23C35C9F662}"/>
                </a:ext>
              </a:extLst>
            </p:cNvPr>
            <p:cNvSpPr txBox="1"/>
            <p:nvPr/>
          </p:nvSpPr>
          <p:spPr>
            <a:xfrm>
              <a:off x="7449821" y="4989848"/>
              <a:ext cx="135551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713 nm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17E6669-DBEF-A4F3-2D0D-8457CF27D9C3}"/>
                </a:ext>
              </a:extLst>
            </p:cNvPr>
            <p:cNvGrpSpPr/>
            <p:nvPr/>
          </p:nvGrpSpPr>
          <p:grpSpPr>
            <a:xfrm>
              <a:off x="9805251" y="2578840"/>
              <a:ext cx="1218594" cy="826243"/>
              <a:chOff x="6096000" y="4757542"/>
              <a:chExt cx="1218594" cy="826243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51594CD-8A63-EB00-F607-9E107C2EB2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6661" t="38462" r="17328" b="41045"/>
              <a:stretch/>
            </p:blipFill>
            <p:spPr>
              <a:xfrm>
                <a:off x="6096000" y="4762295"/>
                <a:ext cx="338555" cy="82149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500858-7AA5-401C-2AAD-6E6050C9C397}"/>
                  </a:ext>
                </a:extLst>
              </p:cNvPr>
              <p:cNvSpPr txBox="1"/>
              <p:nvPr/>
            </p:nvSpPr>
            <p:spPr>
              <a:xfrm>
                <a:off x="6344457" y="4757542"/>
                <a:ext cx="97013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broadleaf tree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4D065EA-1421-FC58-FD46-85557A99B760}"/>
                  </a:ext>
                </a:extLst>
              </p:cNvPr>
              <p:cNvSpPr txBox="1"/>
              <p:nvPr/>
            </p:nvSpPr>
            <p:spPr>
              <a:xfrm>
                <a:off x="6344457" y="4924442"/>
                <a:ext cx="49725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grass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3A0B83-9323-C0F2-306D-615903E6C337}"/>
                  </a:ext>
                </a:extLst>
              </p:cNvPr>
              <p:cNvSpPr txBox="1"/>
              <p:nvPr/>
            </p:nvSpPr>
            <p:spPr>
              <a:xfrm>
                <a:off x="6361486" y="5131002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herb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50E53-865D-F463-2ADC-280453693FBB}"/>
                  </a:ext>
                </a:extLst>
              </p:cNvPr>
              <p:cNvSpPr txBox="1"/>
              <p:nvPr/>
            </p:nvSpPr>
            <p:spPr>
              <a:xfrm>
                <a:off x="6364193" y="5329533"/>
                <a:ext cx="82105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needle tree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C49328D-D947-8306-4E84-A71323D51A74}"/>
                </a:ext>
              </a:extLst>
            </p:cNvPr>
            <p:cNvSpPr txBox="1"/>
            <p:nvPr/>
          </p:nvSpPr>
          <p:spPr>
            <a:xfrm>
              <a:off x="1168525" y="861951"/>
              <a:ext cx="53731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159A54-2ED3-39F7-758D-2B940079A2F0}"/>
                </a:ext>
              </a:extLst>
            </p:cNvPr>
            <p:cNvSpPr txBox="1"/>
            <p:nvPr/>
          </p:nvSpPr>
          <p:spPr>
            <a:xfrm>
              <a:off x="5827343" y="861951"/>
              <a:ext cx="53731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79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16795</TotalTime>
  <Words>106</Words>
  <Application>Microsoft Macintosh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Kathuria, Dhruva</dc:creator>
  <cp:lastModifiedBy>Mr. Dhruva Kathuria</cp:lastModifiedBy>
  <cp:revision>3</cp:revision>
  <dcterms:created xsi:type="dcterms:W3CDTF">2023-08-08T00:04:00Z</dcterms:created>
  <dcterms:modified xsi:type="dcterms:W3CDTF">2024-08-12T16:05:25Z</dcterms:modified>
</cp:coreProperties>
</file>